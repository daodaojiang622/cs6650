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1FA8F-BCBE-E583-1B01-558B5D5741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3DB79-C20A-9EC6-0B83-C122841292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D64F1-7995-B3FC-E486-9B10A0F0F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DF5BF-E531-444F-9CF2-4BCEDF41AF89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54F47-10CD-3AB8-62BE-FD334EA1B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576EB-1A91-0A2B-58AC-E4E8BE9C5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6ED6C-9B41-6F4D-B565-35A436699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116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B5F4A-0085-561F-AE75-ABB46019A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C0231-7ED1-A496-2265-3FF8EA101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12D04-0B07-54F6-B0C8-BFB55F612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DF5BF-E531-444F-9CF2-4BCEDF41AF89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C8072-0097-C3DB-E500-8CCF3E118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4E876-70BB-5DB9-855C-8FC9903E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6ED6C-9B41-6F4D-B565-35A436699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56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EAC7E-34C9-3BB4-BA82-01BE2FDD6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CDC35-E6D1-C3CA-797E-610E24619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2405B-166F-5A29-96AF-6AE83D564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DF5BF-E531-444F-9CF2-4BCEDF41AF89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076FC-86CA-DE39-50F5-2B1B95C04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D0EF6-3BDE-BD0F-420A-8F169EF35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6ED6C-9B41-6F4D-B565-35A436699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681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8A9BE-F1E8-84C1-B59E-821BFBF1D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D96C7-5969-DD94-568B-9BC12D018A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1FC5A5-40E8-5A11-ED27-61189887D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7CA84-4802-E45A-DCAC-81C2942DE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DF5BF-E531-444F-9CF2-4BCEDF41AF89}" type="datetimeFigureOut">
              <a:rPr lang="en-US" smtClean="0"/>
              <a:t>3/30/25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C921B-6B74-9659-360A-1ECDC0B74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D8AF4-4587-5A36-921C-AA0EA2CB9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6ED6C-9B41-6F4D-B565-35A436699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489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5A31C-2820-02C2-1C7F-A3FDA7A2A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160CA-0CF8-F696-5D1F-CF4E7131A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B9C0D-EC1E-CE29-BB45-668715153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833EFF-CCA5-8D80-8606-3137DB86DA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B99099-941A-CD6A-36A6-CD40085212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169BC3-2F9F-47D2-11B4-674A6CA47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DF5BF-E531-444F-9CF2-4BCEDF41AF89}" type="datetimeFigureOut">
              <a:rPr lang="en-US" smtClean="0"/>
              <a:t>3/30/25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551505-59C3-8753-F300-3E68F3B71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C49F36-0543-5AB3-A77A-BC76922A2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6ED6C-9B41-6F4D-B565-35A436699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99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94E27-6615-65EA-E333-05E3D4A90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E1F814-FA70-1A3C-A005-4E6733E7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DF5BF-E531-444F-9CF2-4BCEDF41AF89}" type="datetimeFigureOut">
              <a:rPr lang="en-US" smtClean="0"/>
              <a:t>3/30/25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6EE319-8AF4-A4E8-98CA-E25F6F22A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51824-081F-A03E-10CB-CEA8B552B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6ED6C-9B41-6F4D-B565-35A436699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050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7195D5-7001-5B56-5C5D-EAF7660C8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DF5BF-E531-444F-9CF2-4BCEDF41AF89}" type="datetimeFigureOut">
              <a:rPr lang="en-US" smtClean="0"/>
              <a:t>3/30/25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4F0234-C0FE-EADC-53A0-EDC153A02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111DD-F18A-862B-4981-61B281003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6ED6C-9B41-6F4D-B565-35A436699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463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D9B7-8857-43AF-CB5D-E6C3025C9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71C0D-DFA4-7CF8-93BE-480CF7A5F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5C488-68F4-30E7-60D9-F45DFB525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2885C-D91B-62B6-7DB7-ECD0AFD7E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DF5BF-E531-444F-9CF2-4BCEDF41AF89}" type="datetimeFigureOut">
              <a:rPr lang="en-US" smtClean="0"/>
              <a:t>3/30/25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3C12A-9FDA-101C-897B-A561E83DA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4A799-38C2-4679-2CE3-59081FDF4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6ED6C-9B41-6F4D-B565-35A436699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10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82C38-A0E9-F2B7-806B-C7A800D9C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6E9CD5-2538-4999-0F88-E04C25A763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998D1B-3280-2CAB-1D70-C9CC625C3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77968-9152-8B83-A556-92F492E87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DF5BF-E531-444F-9CF2-4BCEDF41AF89}" type="datetimeFigureOut">
              <a:rPr lang="en-US" smtClean="0"/>
              <a:t>3/30/25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69E68-36FC-B6DD-7419-96878CD27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FFD81-1F81-0F34-0A20-DD1072997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6ED6C-9B41-6F4D-B565-35A436699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44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6720-98E3-303F-9C52-E4B68AAB1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92C1E3-C152-EAAE-87E4-7DB1704E6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E5DF1-E325-B7E0-706D-740EE52F6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DF5BF-E531-444F-9CF2-4BCEDF41AF89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B0742-AF0B-ED0D-0C3F-AF9B0502E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25E8B-2E47-27BA-E0FC-FB5C63419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6ED6C-9B41-6F4D-B565-35A436699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04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1A3829-F4AC-04B4-A865-D33EA2FC57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F092CF-FBE8-9EC2-4809-786031399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EF946-9BA7-77FB-FCAE-0137953D6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DF5BF-E531-444F-9CF2-4BCEDF41AF89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BCB95-E334-179E-1F9D-FCEEBCE54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AD872-9B8B-B2B4-F135-F6AD17956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6ED6C-9B41-6F4D-B565-35A436699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393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20F1ED-226A-50ED-EC22-75909B1BD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E7DCC-5DC9-184E-8639-C2CA96537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CEDE9-9760-AC7F-C877-53AA481890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8DF5BF-E531-444F-9CF2-4BCEDF41AF89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D5852-FCD7-445B-67F6-112F2FA3BF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FABD5-7F9E-6691-BF3B-9B064EECE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6ED6C-9B41-6F4D-B565-35A436699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62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D678D0F-B703-BC9D-8CEB-B258B752BC3A}"/>
              </a:ext>
            </a:extLst>
          </p:cNvPr>
          <p:cNvGrpSpPr/>
          <p:nvPr/>
        </p:nvGrpSpPr>
        <p:grpSpPr>
          <a:xfrm>
            <a:off x="430306" y="1640541"/>
            <a:ext cx="1721223" cy="914400"/>
            <a:chOff x="430306" y="1640541"/>
            <a:chExt cx="1721223" cy="914400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CD268047-9E93-6D95-EA99-362F9606B4CE}"/>
                </a:ext>
              </a:extLst>
            </p:cNvPr>
            <p:cNvSpPr/>
            <p:nvPr/>
          </p:nvSpPr>
          <p:spPr>
            <a:xfrm>
              <a:off x="430306" y="1640541"/>
              <a:ext cx="1721223" cy="914400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C0E025C-323D-0475-7C65-2A8B91D9EC11}"/>
                </a:ext>
              </a:extLst>
            </p:cNvPr>
            <p:cNvSpPr txBox="1"/>
            <p:nvPr/>
          </p:nvSpPr>
          <p:spPr>
            <a:xfrm>
              <a:off x="536127" y="1913075"/>
              <a:ext cx="15095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Client (Local)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5F21934-9D76-68F7-5533-48CCAA8A703A}"/>
              </a:ext>
            </a:extLst>
          </p:cNvPr>
          <p:cNvGrpSpPr/>
          <p:nvPr/>
        </p:nvGrpSpPr>
        <p:grpSpPr>
          <a:xfrm>
            <a:off x="2953767" y="1640541"/>
            <a:ext cx="1721223" cy="914400"/>
            <a:chOff x="430306" y="1640541"/>
            <a:chExt cx="1721223" cy="914400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2A8F8097-DFB0-8DDF-6BE6-A032EA479EE7}"/>
                </a:ext>
              </a:extLst>
            </p:cNvPr>
            <p:cNvSpPr/>
            <p:nvPr/>
          </p:nvSpPr>
          <p:spPr>
            <a:xfrm>
              <a:off x="430306" y="1640541"/>
              <a:ext cx="1721223" cy="914400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E9779C2-78DC-0888-2463-9AB28E82824A}"/>
                </a:ext>
              </a:extLst>
            </p:cNvPr>
            <p:cNvSpPr txBox="1"/>
            <p:nvPr/>
          </p:nvSpPr>
          <p:spPr>
            <a:xfrm>
              <a:off x="669496" y="1774575"/>
              <a:ext cx="124284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Server </a:t>
              </a:r>
            </a:p>
            <a:p>
              <a:pPr algn="ctr"/>
              <a:r>
                <a:rPr lang="en-US" dirty="0"/>
                <a:t>(AWS EC2)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FD5DF0F-2840-436F-803B-C96C79F3F013}"/>
              </a:ext>
            </a:extLst>
          </p:cNvPr>
          <p:cNvGrpSpPr/>
          <p:nvPr/>
        </p:nvGrpSpPr>
        <p:grpSpPr>
          <a:xfrm>
            <a:off x="5752214" y="1129083"/>
            <a:ext cx="1568314" cy="1788459"/>
            <a:chOff x="5688419" y="1640541"/>
            <a:chExt cx="1568314" cy="1788459"/>
          </a:xfrm>
        </p:grpSpPr>
        <p:sp>
          <p:nvSpPr>
            <p:cNvPr id="10" name="Can 9">
              <a:extLst>
                <a:ext uri="{FF2B5EF4-FFF2-40B4-BE49-F238E27FC236}">
                  <a16:creationId xmlns:a16="http://schemas.microsoft.com/office/drawing/2014/main" id="{F64E3B26-6883-C0D0-2CF4-C8162736E91C}"/>
                </a:ext>
              </a:extLst>
            </p:cNvPr>
            <p:cNvSpPr/>
            <p:nvPr/>
          </p:nvSpPr>
          <p:spPr>
            <a:xfrm>
              <a:off x="5688419" y="1640541"/>
              <a:ext cx="1446028" cy="1788459"/>
            </a:xfrm>
            <a:prstGeom prst="can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DA1A4CF-FA65-6615-3FBD-71D2ED9D9B87}"/>
                </a:ext>
              </a:extLst>
            </p:cNvPr>
            <p:cNvSpPr txBox="1"/>
            <p:nvPr/>
          </p:nvSpPr>
          <p:spPr>
            <a:xfrm>
              <a:off x="5688419" y="2297261"/>
              <a:ext cx="156831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Albums Table </a:t>
              </a:r>
            </a:p>
            <a:p>
              <a:pPr algn="ctr"/>
              <a:r>
                <a:rPr lang="en-US" dirty="0"/>
                <a:t>(AWS RDS)</a:t>
              </a: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5D50368-8048-9C28-B002-318AD7A5E09A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2151529" y="2097741"/>
            <a:ext cx="8022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334D735-62BB-21D3-3E9A-2F641C3875DB}"/>
              </a:ext>
            </a:extLst>
          </p:cNvPr>
          <p:cNvGrpSpPr/>
          <p:nvPr/>
        </p:nvGrpSpPr>
        <p:grpSpPr>
          <a:xfrm>
            <a:off x="2953765" y="3211029"/>
            <a:ext cx="1721223" cy="914400"/>
            <a:chOff x="430306" y="1640541"/>
            <a:chExt cx="1721223" cy="914400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B23C0302-DDB3-FA2C-56DD-17DE7EA41A97}"/>
                </a:ext>
              </a:extLst>
            </p:cNvPr>
            <p:cNvSpPr/>
            <p:nvPr/>
          </p:nvSpPr>
          <p:spPr>
            <a:xfrm>
              <a:off x="430306" y="1640541"/>
              <a:ext cx="1721223" cy="914400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9B781AD-8309-4F5B-44C1-EA8D0B031406}"/>
                </a:ext>
              </a:extLst>
            </p:cNvPr>
            <p:cNvSpPr txBox="1"/>
            <p:nvPr/>
          </p:nvSpPr>
          <p:spPr>
            <a:xfrm>
              <a:off x="672927" y="1774575"/>
              <a:ext cx="123597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RabbitMQ </a:t>
              </a:r>
            </a:p>
            <a:p>
              <a:r>
                <a:rPr lang="en-US" dirty="0"/>
                <a:t>Consumer</a:t>
              </a:r>
            </a:p>
          </p:txBody>
        </p:sp>
      </p:grp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444C1D5-C9C6-19D9-8FCD-ADF10B9C485C}"/>
              </a:ext>
            </a:extLst>
          </p:cNvPr>
          <p:cNvSpPr/>
          <p:nvPr/>
        </p:nvSpPr>
        <p:spPr>
          <a:xfrm>
            <a:off x="5622591" y="3274827"/>
            <a:ext cx="1721223" cy="786809"/>
          </a:xfrm>
          <a:prstGeom prst="round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133007-26B8-66DB-C75E-8BF90A39988B}"/>
              </a:ext>
            </a:extLst>
          </p:cNvPr>
          <p:cNvSpPr txBox="1"/>
          <p:nvPr/>
        </p:nvSpPr>
        <p:spPr>
          <a:xfrm>
            <a:off x="5877500" y="3458387"/>
            <a:ext cx="1195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likeQueue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756A376-C96B-E323-7F5F-C1BE0099A2E5}"/>
              </a:ext>
            </a:extLst>
          </p:cNvPr>
          <p:cNvCxnSpPr>
            <a:stCxn id="20" idx="0"/>
            <a:endCxn id="10" idx="3"/>
          </p:cNvCxnSpPr>
          <p:nvPr/>
        </p:nvCxnSpPr>
        <p:spPr>
          <a:xfrm flipH="1" flipV="1">
            <a:off x="6475228" y="2917542"/>
            <a:ext cx="7975" cy="357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D38B6E0-24C2-C47D-4DB3-BB37289E054F}"/>
              </a:ext>
            </a:extLst>
          </p:cNvPr>
          <p:cNvCxnSpPr>
            <a:stCxn id="18" idx="3"/>
            <a:endCxn id="20" idx="1"/>
          </p:cNvCxnSpPr>
          <p:nvPr/>
        </p:nvCxnSpPr>
        <p:spPr>
          <a:xfrm>
            <a:off x="4674988" y="3668229"/>
            <a:ext cx="947603" cy="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B03F42A-6151-E70C-7200-32E76EDC15D3}"/>
              </a:ext>
            </a:extLst>
          </p:cNvPr>
          <p:cNvCxnSpPr>
            <a:stCxn id="8" idx="2"/>
            <a:endCxn id="18" idx="0"/>
          </p:cNvCxnSpPr>
          <p:nvPr/>
        </p:nvCxnSpPr>
        <p:spPr>
          <a:xfrm flipH="1">
            <a:off x="3814377" y="2554941"/>
            <a:ext cx="2" cy="6560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D2A535D-D848-6334-6B52-983AD1D83D3A}"/>
              </a:ext>
            </a:extLst>
          </p:cNvPr>
          <p:cNvSpPr txBox="1"/>
          <p:nvPr/>
        </p:nvSpPr>
        <p:spPr>
          <a:xfrm>
            <a:off x="3774118" y="2698319"/>
            <a:ext cx="1229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if </a:t>
            </a:r>
            <a:r>
              <a:rPr lang="en-US" dirty="0" err="1"/>
              <a:t>doPost</a:t>
            </a:r>
            <a:r>
              <a:rPr lang="en-US" dirty="0"/>
              <a:t>()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30E773-8CE3-D765-9F0C-F5CFB3622AE6}"/>
              </a:ext>
            </a:extLst>
          </p:cNvPr>
          <p:cNvSpPr txBox="1"/>
          <p:nvPr/>
        </p:nvSpPr>
        <p:spPr>
          <a:xfrm>
            <a:off x="4658001" y="1657107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</a:t>
            </a:r>
            <a:r>
              <a:rPr lang="en-US" dirty="0" err="1"/>
              <a:t>doGet</a:t>
            </a:r>
            <a:r>
              <a:rPr lang="en-US" dirty="0"/>
              <a:t>()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F85CC1A-7171-0114-49C1-6156C4D623A9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4674990" y="2097741"/>
            <a:ext cx="1077224" cy="112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537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Chenyu Jiang</dc:creator>
  <cp:lastModifiedBy>Chenyu Jiang</cp:lastModifiedBy>
  <cp:revision>1</cp:revision>
  <dcterms:created xsi:type="dcterms:W3CDTF">2025-03-31T05:51:26Z</dcterms:created>
  <dcterms:modified xsi:type="dcterms:W3CDTF">2025-03-31T05:58:49Z</dcterms:modified>
</cp:coreProperties>
</file>